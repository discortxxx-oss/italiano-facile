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Presentarsi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3291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E2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Знакомство (A0–A1)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56692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итальянского для начинающих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2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урока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Научиться представлять себя: имя, возраст, откуда вы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Освоить глаголы essere (быть) и chiamarsi (называться)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Выучить базовые приветствия и прощания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Смочь спросить собеседника о его имени, возрасте, происхождении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2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Saluti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Приветствия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4114800"/>
              </a:tblGrid>
              <a:tr h="351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Русский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5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5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Произношение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553D"/>
                    </a:solidFill>
                  </a:tcPr>
                </a:tc>
              </a:tr>
              <a:tr h="351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Привет (неформ.)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Ciao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ча́о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Здравствуйте (форм.)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Buongiorno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буонджо́рно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Добрый вечер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Buonasera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буонасэ́ра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 свидания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Arrivederci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арривэдэ́рчи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дела?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 stai? / Come sta?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ко́мэ стай / ко́мэ ста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Хорошо, спасибо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Bene, grazie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бэ́нэ, гра́циэ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8C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Cominciamo con un saluto! — Начнём с приветствия!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2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Vocabolario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ti chiami? — Как представиться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728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840480"/>
                <a:gridCol w="4114800"/>
              </a:tblGrid>
              <a:tr h="351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Русский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5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5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Произношение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553D"/>
                    </a:solidFill>
                  </a:tcPr>
                </a:tc>
              </a:tr>
              <a:tr h="351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тебя зовут?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 ti chiami?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ко́мэ ти киа́ми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Меня зовут 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 chiamo …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ми киа́мо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Откуда ты?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dove sei?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 до́вэ сэ́й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 из России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Sono di Russia / dalla Russia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со́но ди ру́ссиа / да́лла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Сколько тебе лет?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 anni hai?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куа́нти а́нни а́й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Мне … лет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 … anni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 … а́нни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Чем ты занимаешься?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 fai?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ко́за фа́й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0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 студент / учитель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Sono studente / insegnante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со́но студэ́нтэ / инсэнья́нтэ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2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Essere — «быть»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8C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самый важный глагол итальянского языка. Без него никуда.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5029200"/>
              </a:tblGrid>
              <a:tr h="378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Лицо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5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5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Русский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553D"/>
                    </a:solidFill>
                  </a:tcPr>
                </a:tc>
              </a:tr>
              <a:tr h="378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 (есть)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ты (есть)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lui / lei / Lei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è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он / она (есть)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siamo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мы (есть)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 (есть)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они (есть)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Запомните: io sono, tu sei, lui/lei è — основа любого диалога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2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Grammatica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Chiamarsi — «называться»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8C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«Mi chiamo» — буквально «я называю себя». Возвратный глагол.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657600"/>
                <a:gridCol w="5029200"/>
              </a:tblGrid>
              <a:tr h="378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Лицо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5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5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Русский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553D"/>
                    </a:solidFill>
                  </a:tcPr>
                </a:tc>
              </a:tr>
              <a:tr h="378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 chiamo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 называюсь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 chiami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ты называешься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lui / lei / Lei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chiama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он / она называется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chiamiamo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мы называемся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 chiamate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 называетесь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8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chiamano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они называются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Внимание: частица меняется! Mi / ti / si / ci / vi / si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2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Давайте познакомимся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9966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Ciao! Come ti chiami?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Ciao! Mi chiamo Marco. E tu?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Io sono Anna. Piacere!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Piacere! Di dove sei?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Sono di Russia, di Mosca. E tu?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Io sono italiano, di Roma.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Quanti anni hai?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 28 anni. E tu?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Io ho 25 anni. Cosa fai?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Sono insegnante. E tu?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Sono studentessa.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2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Упражнения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Вставьте правильную форму: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 mi chiamo / ti chiami Paolo.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sei / è di Roma?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si chiama / mi chiamo Maria.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 siamo / sono studenti.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Loro hanno / hai 20 anni.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Ответьте на вопросы: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ti chiami?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 anni hai?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dove sei?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fai?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10241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Ответьте на вопросы: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ti chiami?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 anni hai?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dove sei?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fai?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2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Compiti a casa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2412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Выучить спряжение глаголов essere и chiamarsi</a:t>
            </a:r>
            <a:endParaRPr lang="en-US" sz="20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Написать 3 предложения о себе (имя, возраст, откуда)</a:t>
            </a:r>
            <a:endParaRPr lang="en-US" sz="2000" dirty="0"/>
          </a:p>
          <a:p>
            <a:pPr marL="342900" indent="-342900">
              <a:spcAft>
                <a:spcPts val="2000"/>
              </a:spcAft>
              <a:buSzPct val="100000"/>
              <a:buChar char="•"/>
            </a:pPr>
            <a:r>
              <a:rPr lang="en-US" sz="2000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Подготовить короткий диалог-знакомство (4–6 реплик)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2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Frasi utili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3A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Полезные фразы для урока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972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858000"/>
              </a:tblGrid>
              <a:tr h="3649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Русский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55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553D"/>
                    </a:solidFill>
                  </a:tcPr>
                </a:tc>
              </a:tr>
              <a:tr h="3649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 не понимаю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capisco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9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Повторите, пожалуйста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Ripeta, per favore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9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это произносится?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 si pronuncia?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9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значит …?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 significa …?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99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Можно медленнее?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A26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Più lentamente, per favore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A2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E2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Buon lavoro!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384048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bocca al lupo! 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5486400"/>
            <a:ext cx="10241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C7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Grazie e arrivederci!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2026-09-15T14:20:06Z</dcterms:created>
  <dcterms:modified xsi:type="dcterms:W3CDTF">2026-09-15T14:20:06Z</dcterms:modified>
</cp:coreProperties>
</file>